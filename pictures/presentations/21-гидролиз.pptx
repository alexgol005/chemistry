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12192000" cy="6858000"/>
  <p:defaultTextStyle>
    <a:defPPr>
      <a:defRPr lang="ru-RU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80" d="100"/>
          <a:sy n="80" d="100"/>
        </p:scale>
        <p:origin x="-96" y="-5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userDrawn="1">
  <p:cSld name="Title Slide">
    <p:bg>
      <p:bgPr>
        <a:blipFill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Дата 4"/>
          <p:cNvSpPr>
            <a:spLocks noGrp="1"/>
          </p:cNvSpPr>
          <p:nvPr>
            <p:ph type="dt" sz="half" idx="10"/>
          </p:nvPr>
        </p:nvSpPr>
        <p:spPr bwMode="auto">
          <a:xfrm>
            <a:off x="578047" y="6165303"/>
            <a:ext cx="2844798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51E84241-D031-42DE-84E4-CC10C30232F4}" type="datetimeFigureOut">
              <a:rPr/>
              <a:t></a:t>
            </a:fld>
            <a:endParaRPr/>
          </a:p>
        </p:txBody>
      </p:sp>
      <p:sp>
        <p:nvSpPr>
          <p:cNvPr id="9" name="Нижний колонтитул 5"/>
          <p:cNvSpPr>
            <a:spLocks noGrp="1"/>
          </p:cNvSpPr>
          <p:nvPr>
            <p:ph type="ftr" sz="quarter" idx="11"/>
          </p:nvPr>
        </p:nvSpPr>
        <p:spPr bwMode="auto">
          <a:xfrm>
            <a:off x="4134047" y="6165303"/>
            <a:ext cx="3860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" name="Номер слайда 6"/>
          <p:cNvSpPr>
            <a:spLocks noGrp="1"/>
          </p:cNvSpPr>
          <p:nvPr>
            <p:ph type="sldNum" sz="quarter" idx="12"/>
          </p:nvPr>
        </p:nvSpPr>
        <p:spPr bwMode="auto">
          <a:xfrm>
            <a:off x="8706047" y="6165303"/>
            <a:ext cx="2844798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>
          <a:xfrm>
            <a:off x="1871530" y="3212975"/>
            <a:ext cx="8534399" cy="1752599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/>
              <a:t>Образец подзаголовка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 bwMode="auto">
          <a:xfrm>
            <a:off x="920054" y="1204857"/>
            <a:ext cx="10339617" cy="1910715"/>
          </a:xfrm>
        </p:spPr>
        <p:txBody>
          <a:bodyPr anchor="b"/>
          <a:lstStyle>
            <a:lvl1pPr algn="ctr">
              <a:defRPr sz="5400" b="0" cap="none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r>
              <a:rPr/>
              <a:t>Образец заголовка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userDrawn="1">
  <p:cSld name="Title and Content">
    <p:bg>
      <p:bgPr>
        <a:blipFill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Образец текста</a:t>
            </a:r>
          </a:p>
          <a:p>
            <a:pPr lvl="1">
              <a:defRPr/>
            </a:pPr>
            <a:r>
              <a:rPr/>
              <a:t>Второй уровень</a:t>
            </a:r>
          </a:p>
          <a:p>
            <a:pPr lvl="2">
              <a:defRPr/>
            </a:pPr>
            <a:r>
              <a:rPr/>
              <a:t>Третий уровень</a:t>
            </a:r>
          </a:p>
          <a:p>
            <a:pPr lvl="3">
              <a:defRPr/>
            </a:pPr>
            <a:r>
              <a:rPr/>
              <a:t>Четвертый уровень</a:t>
            </a:r>
          </a:p>
          <a:p>
            <a:pPr lvl="4">
              <a:defRPr/>
            </a:pPr>
            <a:r>
              <a:rPr/>
              <a:t>Пятый уровень</a:t>
            </a:r>
          </a:p>
        </p:txBody>
      </p:sp>
      <p:sp>
        <p:nvSpPr>
          <p:cNvPr id="8" name="Дата 4"/>
          <p:cNvSpPr>
            <a:spLocks noGrp="1"/>
          </p:cNvSpPr>
          <p:nvPr>
            <p:ph type="dt" sz="half" idx="10"/>
          </p:nvPr>
        </p:nvSpPr>
        <p:spPr bwMode="auto">
          <a:xfrm>
            <a:off x="578047" y="6165303"/>
            <a:ext cx="2844798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51E84241-D031-42DE-84E4-CC10C30232F4}" type="datetimeFigureOut">
              <a:rPr/>
              <a:t></a:t>
            </a:fld>
            <a:endParaRPr/>
          </a:p>
        </p:txBody>
      </p:sp>
      <p:sp>
        <p:nvSpPr>
          <p:cNvPr id="9" name="Нижний колонтитул 5"/>
          <p:cNvSpPr>
            <a:spLocks noGrp="1"/>
          </p:cNvSpPr>
          <p:nvPr>
            <p:ph type="ftr" sz="quarter" idx="11"/>
          </p:nvPr>
        </p:nvSpPr>
        <p:spPr bwMode="auto">
          <a:xfrm>
            <a:off x="4134047" y="6165303"/>
            <a:ext cx="3860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" name="Номер слайда 6"/>
          <p:cNvSpPr>
            <a:spLocks noGrp="1"/>
          </p:cNvSpPr>
          <p:nvPr>
            <p:ph type="sldNum" sz="quarter" idx="12"/>
          </p:nvPr>
        </p:nvSpPr>
        <p:spPr bwMode="auto">
          <a:xfrm>
            <a:off x="8706047" y="6165303"/>
            <a:ext cx="2844798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Образец заголовка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userDrawn="1">
  <p:cSld name="Section Header">
    <p:bg>
      <p:bgPr>
        <a:blipFill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32331" y="1484784"/>
            <a:ext cx="10312995" cy="410445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Образец текста</a:t>
            </a:r>
          </a:p>
        </p:txBody>
      </p:sp>
      <p:sp>
        <p:nvSpPr>
          <p:cNvPr id="13" name="Title 10"/>
          <p:cNvSpPr>
            <a:spLocks noGrp="1"/>
          </p:cNvSpPr>
          <p:nvPr>
            <p:ph type="title"/>
          </p:nvPr>
        </p:nvSpPr>
        <p:spPr bwMode="auto">
          <a:xfrm>
            <a:off x="925158" y="116631"/>
            <a:ext cx="10341684" cy="1054250"/>
          </a:xfrm>
        </p:spPr>
        <p:txBody>
          <a:bodyPr/>
          <a:lstStyle/>
          <a:p>
            <a:pPr>
              <a:defRPr/>
            </a:pPr>
            <a:r>
              <a:rPr/>
              <a:t>Образец заголовка</a:t>
            </a:r>
          </a:p>
        </p:txBody>
      </p:sp>
      <p:sp>
        <p:nvSpPr>
          <p:cNvPr id="8" name="Дата 4"/>
          <p:cNvSpPr>
            <a:spLocks noGrp="1"/>
          </p:cNvSpPr>
          <p:nvPr>
            <p:ph type="dt" sz="half" idx="10"/>
          </p:nvPr>
        </p:nvSpPr>
        <p:spPr bwMode="auto">
          <a:xfrm>
            <a:off x="578047" y="6165303"/>
            <a:ext cx="2844798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51E84241-D031-42DE-84E4-CC10C30232F4}" type="datetimeFigureOut">
              <a:rPr/>
              <a:t></a:t>
            </a:fld>
            <a:endParaRPr/>
          </a:p>
        </p:txBody>
      </p:sp>
      <p:sp>
        <p:nvSpPr>
          <p:cNvPr id="9" name="Нижний колонтитул 5"/>
          <p:cNvSpPr>
            <a:spLocks noGrp="1"/>
          </p:cNvSpPr>
          <p:nvPr>
            <p:ph type="ftr" sz="quarter" idx="11"/>
          </p:nvPr>
        </p:nvSpPr>
        <p:spPr bwMode="auto">
          <a:xfrm>
            <a:off x="4134047" y="6165303"/>
            <a:ext cx="3860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" name="Номер слайда 6"/>
          <p:cNvSpPr>
            <a:spLocks noGrp="1"/>
          </p:cNvSpPr>
          <p:nvPr>
            <p:ph type="sldNum" sz="quarter" idx="12"/>
          </p:nvPr>
        </p:nvSpPr>
        <p:spPr bwMode="auto">
          <a:xfrm>
            <a:off x="8706047" y="6165303"/>
            <a:ext cx="2844798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userDrawn="1">
  <p:cSld name="Two Content">
    <p:bg>
      <p:bgPr>
        <a:blipFill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/>
              <a:t>Образец заголовка</a:t>
            </a:r>
          </a:p>
        </p:txBody>
      </p:sp>
      <p:sp>
        <p:nvSpPr>
          <p:cNvPr id="8" name="Дата 4"/>
          <p:cNvSpPr>
            <a:spLocks noGrp="1"/>
          </p:cNvSpPr>
          <p:nvPr>
            <p:ph type="dt" sz="half" idx="10"/>
          </p:nvPr>
        </p:nvSpPr>
        <p:spPr bwMode="auto">
          <a:xfrm>
            <a:off x="578047" y="6165303"/>
            <a:ext cx="2844798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51E84241-D031-42DE-84E4-CC10C30232F4}" type="datetimeFigureOut">
              <a:rPr/>
              <a:t></a:t>
            </a:fld>
            <a:endParaRPr/>
          </a:p>
        </p:txBody>
      </p:sp>
      <p:sp>
        <p:nvSpPr>
          <p:cNvPr id="9" name="Нижний колонтитул 5"/>
          <p:cNvSpPr>
            <a:spLocks noGrp="1"/>
          </p:cNvSpPr>
          <p:nvPr>
            <p:ph type="ftr" sz="quarter" idx="11"/>
          </p:nvPr>
        </p:nvSpPr>
        <p:spPr bwMode="auto">
          <a:xfrm>
            <a:off x="4134047" y="6165303"/>
            <a:ext cx="3860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" name="Номер слайда 6"/>
          <p:cNvSpPr>
            <a:spLocks noGrp="1"/>
          </p:cNvSpPr>
          <p:nvPr>
            <p:ph type="sldNum" sz="quarter" idx="12"/>
          </p:nvPr>
        </p:nvSpPr>
        <p:spPr bwMode="auto">
          <a:xfrm>
            <a:off x="8706047" y="6165303"/>
            <a:ext cx="2844798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  <p:sp>
        <p:nvSpPr>
          <p:cNvPr id="18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719402" y="1556793"/>
            <a:ext cx="5071871" cy="4563770"/>
          </a:xfrm>
        </p:spPr>
        <p:txBody>
          <a:bodyPr/>
          <a:lstStyle>
            <a:lvl1pPr marL="174623" indent="-174623">
              <a:defRPr sz="2400"/>
            </a:lvl1pPr>
            <a:lvl2pPr marL="533399" indent="-174623">
              <a:defRPr sz="2000"/>
            </a:lvl2pPr>
            <a:lvl3pPr marL="892174" indent="-173037">
              <a:tabLst>
                <a:tab pos="804862" algn="l"/>
              </a:tabLst>
              <a:defRPr sz="1800"/>
            </a:lvl3pPr>
            <a:lvl4pPr marL="1252537" indent="-174623">
              <a:defRPr sz="1600"/>
            </a:lvl4pPr>
            <a:lvl5pPr marL="1523999" indent="-174623"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Образец текста</a:t>
            </a:r>
          </a:p>
          <a:p>
            <a:pPr lvl="1">
              <a:defRPr/>
            </a:pPr>
            <a:r>
              <a:rPr/>
              <a:t>Второй уровень</a:t>
            </a:r>
          </a:p>
          <a:p>
            <a:pPr lvl="2">
              <a:defRPr/>
            </a:pPr>
            <a:r>
              <a:rPr/>
              <a:t>Третий уровень</a:t>
            </a:r>
          </a:p>
          <a:p>
            <a:pPr lvl="3">
              <a:defRPr/>
            </a:pPr>
            <a:r>
              <a:rPr/>
              <a:t>Четвертый уровень</a:t>
            </a:r>
          </a:p>
          <a:p>
            <a:pPr lvl="4">
              <a:defRPr/>
            </a:pPr>
            <a:r>
              <a:rPr/>
              <a:t>Пятый уровень</a:t>
            </a:r>
          </a:p>
        </p:txBody>
      </p:sp>
      <p:sp>
        <p:nvSpPr>
          <p:cNvPr id="19" name="Content Placeholder 3"/>
          <p:cNvSpPr>
            <a:spLocks noGrp="1"/>
          </p:cNvSpPr>
          <p:nvPr>
            <p:ph sz="half" idx="13"/>
          </p:nvPr>
        </p:nvSpPr>
        <p:spPr bwMode="auto">
          <a:xfrm>
            <a:off x="6288021" y="1556793"/>
            <a:ext cx="5071871" cy="4563770"/>
          </a:xfrm>
        </p:spPr>
        <p:txBody>
          <a:bodyPr/>
          <a:lstStyle>
            <a:lvl1pPr marL="174623" indent="-174623">
              <a:defRPr sz="2400"/>
            </a:lvl1pPr>
            <a:lvl2pPr marL="533399" indent="-174623">
              <a:defRPr sz="2000"/>
            </a:lvl2pPr>
            <a:lvl3pPr marL="892174" indent="-173037">
              <a:tabLst>
                <a:tab pos="804862" algn="l"/>
              </a:tabLst>
              <a:defRPr sz="1800"/>
            </a:lvl3pPr>
            <a:lvl4pPr marL="1252537" indent="-174623">
              <a:defRPr sz="1600"/>
            </a:lvl4pPr>
            <a:lvl5pPr marL="1523999" indent="-174623"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Образец текста</a:t>
            </a:r>
          </a:p>
          <a:p>
            <a:pPr lvl="1">
              <a:defRPr/>
            </a:pPr>
            <a:r>
              <a:rPr/>
              <a:t>Второй уровень</a:t>
            </a:r>
          </a:p>
          <a:p>
            <a:pPr lvl="2">
              <a:defRPr/>
            </a:pPr>
            <a:r>
              <a:rPr/>
              <a:t>Третий уровень</a:t>
            </a:r>
          </a:p>
          <a:p>
            <a:pPr lvl="3">
              <a:defRPr/>
            </a:pPr>
            <a:r>
              <a:rPr/>
              <a:t>Четвертый уровень</a:t>
            </a:r>
          </a:p>
          <a:p>
            <a:pPr lvl="4">
              <a:defRPr/>
            </a:pPr>
            <a:r>
              <a:rPr/>
              <a:t>Пятый уровень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userDrawn="1">
  <p:cSld name="Comparison">
    <p:bg>
      <p:bgPr>
        <a:blipFill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/>
              <a:t>Образец заголовка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19402" y="1556791"/>
            <a:ext cx="5080583" cy="658367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719402" y="2492895"/>
            <a:ext cx="5071871" cy="3627666"/>
          </a:xfrm>
        </p:spPr>
        <p:txBody>
          <a:bodyPr/>
          <a:lstStyle>
            <a:lvl1pPr marL="174623" indent="-174623">
              <a:defRPr sz="2400"/>
            </a:lvl1pPr>
            <a:lvl2pPr marL="533399" indent="-174623">
              <a:defRPr sz="2000"/>
            </a:lvl2pPr>
            <a:lvl3pPr marL="892174" indent="-173037">
              <a:tabLst>
                <a:tab pos="804862" algn="l"/>
              </a:tabLst>
              <a:defRPr sz="1800"/>
            </a:lvl3pPr>
            <a:lvl4pPr marL="1252537" indent="-174623">
              <a:defRPr sz="1600"/>
            </a:lvl4pPr>
            <a:lvl5pPr marL="1523999" indent="-174623"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Образец текста</a:t>
            </a:r>
          </a:p>
          <a:p>
            <a:pPr lvl="1">
              <a:defRPr/>
            </a:pPr>
            <a:r>
              <a:rPr/>
              <a:t>Второй уровень</a:t>
            </a:r>
          </a:p>
          <a:p>
            <a:pPr lvl="2">
              <a:defRPr/>
            </a:pPr>
            <a:r>
              <a:rPr/>
              <a:t>Третий уровень</a:t>
            </a:r>
          </a:p>
          <a:p>
            <a:pPr lvl="3">
              <a:defRPr/>
            </a:pPr>
            <a:r>
              <a:rPr/>
              <a:t>Четвертый уровень</a:t>
            </a:r>
          </a:p>
          <a:p>
            <a:pPr lvl="4">
              <a:defRPr/>
            </a:pPr>
            <a:r>
              <a:rPr/>
              <a:t>Пятый уровень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384031" y="1556791"/>
            <a:ext cx="5074114" cy="658367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Образец текста</a:t>
            </a:r>
          </a:p>
        </p:txBody>
      </p:sp>
      <p:sp>
        <p:nvSpPr>
          <p:cNvPr id="8" name="Дата 4"/>
          <p:cNvSpPr>
            <a:spLocks noGrp="1"/>
          </p:cNvSpPr>
          <p:nvPr>
            <p:ph type="dt" sz="half" idx="10"/>
          </p:nvPr>
        </p:nvSpPr>
        <p:spPr bwMode="auto">
          <a:xfrm>
            <a:off x="578047" y="6165303"/>
            <a:ext cx="2844798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51E84241-D031-42DE-84E4-CC10C30232F4}" type="datetimeFigureOut">
              <a:rPr/>
              <a:t></a:t>
            </a:fld>
            <a:endParaRPr/>
          </a:p>
        </p:txBody>
      </p:sp>
      <p:sp>
        <p:nvSpPr>
          <p:cNvPr id="9" name="Нижний колонтитул 5"/>
          <p:cNvSpPr>
            <a:spLocks noGrp="1"/>
          </p:cNvSpPr>
          <p:nvPr>
            <p:ph type="ftr" sz="quarter" idx="11"/>
          </p:nvPr>
        </p:nvSpPr>
        <p:spPr bwMode="auto">
          <a:xfrm>
            <a:off x="4134047" y="6165303"/>
            <a:ext cx="3860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" name="Номер слайда 6"/>
          <p:cNvSpPr>
            <a:spLocks noGrp="1"/>
          </p:cNvSpPr>
          <p:nvPr>
            <p:ph type="sldNum" sz="quarter" idx="12"/>
          </p:nvPr>
        </p:nvSpPr>
        <p:spPr bwMode="auto">
          <a:xfrm>
            <a:off x="8706047" y="6165303"/>
            <a:ext cx="2844798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  <p:sp>
        <p:nvSpPr>
          <p:cNvPr id="19" name="Content Placeholder 3"/>
          <p:cNvSpPr>
            <a:spLocks noGrp="1"/>
          </p:cNvSpPr>
          <p:nvPr>
            <p:ph sz="half" idx="13"/>
          </p:nvPr>
        </p:nvSpPr>
        <p:spPr bwMode="auto">
          <a:xfrm>
            <a:off x="6288021" y="2492897"/>
            <a:ext cx="5071871" cy="3780066"/>
          </a:xfrm>
        </p:spPr>
        <p:txBody>
          <a:bodyPr/>
          <a:lstStyle>
            <a:lvl1pPr marL="174623" indent="-174623">
              <a:defRPr sz="2400"/>
            </a:lvl1pPr>
            <a:lvl2pPr marL="533399" indent="-174623">
              <a:defRPr sz="2000"/>
            </a:lvl2pPr>
            <a:lvl3pPr marL="892174" indent="-173037">
              <a:tabLst>
                <a:tab pos="804862" algn="l"/>
              </a:tabLst>
              <a:defRPr sz="1800"/>
            </a:lvl3pPr>
            <a:lvl4pPr marL="1252537" indent="-174623">
              <a:defRPr sz="1600"/>
            </a:lvl4pPr>
            <a:lvl5pPr marL="1523999" indent="-174623"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Образец текста</a:t>
            </a:r>
          </a:p>
          <a:p>
            <a:pPr lvl="1">
              <a:defRPr/>
            </a:pPr>
            <a:r>
              <a:rPr/>
              <a:t>Второй уровень</a:t>
            </a:r>
          </a:p>
          <a:p>
            <a:pPr lvl="2">
              <a:defRPr/>
            </a:pPr>
            <a:r>
              <a:rPr/>
              <a:t>Третий уровень</a:t>
            </a:r>
          </a:p>
          <a:p>
            <a:pPr lvl="3">
              <a:defRPr/>
            </a:pPr>
            <a:r>
              <a:rPr/>
              <a:t>Четвертый уровень</a:t>
            </a:r>
          </a:p>
          <a:p>
            <a:pPr lvl="4">
              <a:defRPr/>
            </a:pPr>
            <a:r>
              <a:rPr/>
              <a:t>Пятый уровень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userDrawn="1">
  <p:cSld name="Title Only">
    <p:bg>
      <p:bgPr>
        <a:blipFill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Образец заголовка</a:t>
            </a:r>
          </a:p>
        </p:txBody>
      </p:sp>
      <p:sp>
        <p:nvSpPr>
          <p:cNvPr id="8" name="Дата 4"/>
          <p:cNvSpPr>
            <a:spLocks noGrp="1"/>
          </p:cNvSpPr>
          <p:nvPr>
            <p:ph type="dt" sz="half" idx="10"/>
          </p:nvPr>
        </p:nvSpPr>
        <p:spPr bwMode="auto">
          <a:xfrm>
            <a:off x="578047" y="6165303"/>
            <a:ext cx="2844798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51E84241-D031-42DE-84E4-CC10C30232F4}" type="datetimeFigureOut">
              <a:rPr/>
              <a:t></a:t>
            </a:fld>
            <a:endParaRPr/>
          </a:p>
        </p:txBody>
      </p:sp>
      <p:sp>
        <p:nvSpPr>
          <p:cNvPr id="9" name="Нижний колонтитул 5"/>
          <p:cNvSpPr>
            <a:spLocks noGrp="1"/>
          </p:cNvSpPr>
          <p:nvPr>
            <p:ph type="ftr" sz="quarter" idx="11"/>
          </p:nvPr>
        </p:nvSpPr>
        <p:spPr bwMode="auto">
          <a:xfrm>
            <a:off x="4134047" y="6165303"/>
            <a:ext cx="3860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" name="Номер слайда 6"/>
          <p:cNvSpPr>
            <a:spLocks noGrp="1"/>
          </p:cNvSpPr>
          <p:nvPr>
            <p:ph type="sldNum" sz="quarter" idx="12"/>
          </p:nvPr>
        </p:nvSpPr>
        <p:spPr bwMode="auto">
          <a:xfrm>
            <a:off x="8706047" y="6165303"/>
            <a:ext cx="2844798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userDrawn="1">
  <p:cSld name="Blank">
    <p:bg>
      <p:bgPr>
        <a:blipFill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Дата 4"/>
          <p:cNvSpPr>
            <a:spLocks noGrp="1"/>
          </p:cNvSpPr>
          <p:nvPr>
            <p:ph type="dt" sz="half" idx="10"/>
          </p:nvPr>
        </p:nvSpPr>
        <p:spPr bwMode="auto">
          <a:xfrm>
            <a:off x="578047" y="6165303"/>
            <a:ext cx="2844798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51E84241-D031-42DE-84E4-CC10C30232F4}" type="datetimeFigureOut">
              <a:rPr/>
              <a:t></a:t>
            </a:fld>
            <a:endParaRPr/>
          </a:p>
        </p:txBody>
      </p:sp>
      <p:sp>
        <p:nvSpPr>
          <p:cNvPr id="9" name="Нижний колонтитул 5"/>
          <p:cNvSpPr>
            <a:spLocks noGrp="1"/>
          </p:cNvSpPr>
          <p:nvPr>
            <p:ph type="ftr" sz="quarter" idx="11"/>
          </p:nvPr>
        </p:nvSpPr>
        <p:spPr bwMode="auto">
          <a:xfrm>
            <a:off x="4134047" y="6165303"/>
            <a:ext cx="3860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" name="Номер слайда 6"/>
          <p:cNvSpPr>
            <a:spLocks noGrp="1"/>
          </p:cNvSpPr>
          <p:nvPr>
            <p:ph type="sldNum" sz="quarter" idx="12"/>
          </p:nvPr>
        </p:nvSpPr>
        <p:spPr bwMode="auto">
          <a:xfrm>
            <a:off x="8706047" y="6165303"/>
            <a:ext cx="2844798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userDrawn="1">
  <p:cSld name="Content with Caption">
    <p:bg>
      <p:bgPr>
        <a:blipFill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6712773" y="596974"/>
            <a:ext cx="4563310" cy="1886921"/>
          </a:xfrm>
        </p:spPr>
        <p:txBody>
          <a:bodyPr anchor="b"/>
          <a:lstStyle>
            <a:lvl1pPr algn="l">
              <a:defRPr sz="2800" b="0"/>
            </a:lvl1pPr>
          </a:lstStyle>
          <a:p>
            <a:pPr>
              <a:defRPr/>
            </a:pPr>
            <a:r>
              <a:rPr/>
              <a:t>Образец заголовка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>
          <a:xfrm>
            <a:off x="922668" y="559398"/>
            <a:ext cx="5488889" cy="5566765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/>
              <a:t>Образец текста</a:t>
            </a:r>
          </a:p>
          <a:p>
            <a:pPr lvl="1">
              <a:defRPr/>
            </a:pPr>
            <a:r>
              <a:rPr/>
              <a:t>Второй уровень</a:t>
            </a:r>
          </a:p>
          <a:p>
            <a:pPr lvl="2">
              <a:defRPr/>
            </a:pPr>
            <a:r>
              <a:rPr/>
              <a:t>Третий уровень</a:t>
            </a:r>
          </a:p>
          <a:p>
            <a:pPr lvl="3">
              <a:defRPr/>
            </a:pPr>
            <a:r>
              <a:rPr/>
              <a:t>Четвертый уровень</a:t>
            </a:r>
          </a:p>
          <a:p>
            <a:pPr lvl="4">
              <a:defRPr/>
            </a:pPr>
            <a:r>
              <a:rPr/>
              <a:t>Пятый уровень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712773" y="2618910"/>
            <a:ext cx="4548966" cy="350219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Образец текста</a:t>
            </a:r>
          </a:p>
        </p:txBody>
      </p:sp>
      <p:sp>
        <p:nvSpPr>
          <p:cNvPr id="8" name="Дата 4"/>
          <p:cNvSpPr>
            <a:spLocks noGrp="1"/>
          </p:cNvSpPr>
          <p:nvPr>
            <p:ph type="dt" sz="half" idx="10"/>
          </p:nvPr>
        </p:nvSpPr>
        <p:spPr bwMode="auto">
          <a:xfrm>
            <a:off x="578047" y="6165303"/>
            <a:ext cx="2844798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51E84241-D031-42DE-84E4-CC10C30232F4}" type="datetimeFigureOut">
              <a:rPr/>
              <a:t></a:t>
            </a:fld>
            <a:endParaRPr/>
          </a:p>
        </p:txBody>
      </p:sp>
      <p:sp>
        <p:nvSpPr>
          <p:cNvPr id="9" name="Нижний колонтитул 5"/>
          <p:cNvSpPr>
            <a:spLocks noGrp="1"/>
          </p:cNvSpPr>
          <p:nvPr>
            <p:ph type="ftr" sz="quarter" idx="11"/>
          </p:nvPr>
        </p:nvSpPr>
        <p:spPr bwMode="auto">
          <a:xfrm>
            <a:off x="4134047" y="6165303"/>
            <a:ext cx="3860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" name="Номер слайда 6"/>
          <p:cNvSpPr>
            <a:spLocks noGrp="1"/>
          </p:cNvSpPr>
          <p:nvPr>
            <p:ph type="sldNum" sz="quarter" idx="12"/>
          </p:nvPr>
        </p:nvSpPr>
        <p:spPr bwMode="auto">
          <a:xfrm>
            <a:off x="8706047" y="6165303"/>
            <a:ext cx="2844798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userDrawn="1">
  <p:cSld name="Picture with Caption">
    <p:bg>
      <p:bgPr>
        <a:blipFill>
          <a:blip r:embed="rId2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903642" y="4668818"/>
            <a:ext cx="10356027" cy="644729"/>
          </a:xfrm>
        </p:spPr>
        <p:txBody>
          <a:bodyPr anchor="b"/>
          <a:lstStyle>
            <a:lvl1pPr algn="ctr">
              <a:defRPr sz="2800" b="0"/>
            </a:lvl1pPr>
          </a:lstStyle>
          <a:p>
            <a:pPr>
              <a:defRPr/>
            </a:pPr>
            <a:r>
              <a:rPr/>
              <a:t>Образец заголовка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917985" y="5324305"/>
            <a:ext cx="10341684" cy="80486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Образец текста</a:t>
            </a:r>
          </a:p>
        </p:txBody>
      </p:sp>
      <p:sp>
        <p:nvSpPr>
          <p:cNvPr id="11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2543606" y="620687"/>
            <a:ext cx="6929454" cy="3897818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/>
              <a:t>Вставка рисунка</a:t>
            </a:r>
          </a:p>
        </p:txBody>
      </p:sp>
      <p:sp>
        <p:nvSpPr>
          <p:cNvPr id="8" name="Дата 4"/>
          <p:cNvSpPr>
            <a:spLocks noGrp="1"/>
          </p:cNvSpPr>
          <p:nvPr>
            <p:ph type="dt" sz="half" idx="10"/>
          </p:nvPr>
        </p:nvSpPr>
        <p:spPr bwMode="auto">
          <a:xfrm>
            <a:off x="578047" y="6165303"/>
            <a:ext cx="2844798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51E84241-D031-42DE-84E4-CC10C30232F4}" type="datetimeFigureOut">
              <a:rPr/>
              <a:t></a:t>
            </a:fld>
            <a:endParaRPr/>
          </a:p>
        </p:txBody>
      </p:sp>
      <p:sp>
        <p:nvSpPr>
          <p:cNvPr id="9" name="Нижний колонтитул 5"/>
          <p:cNvSpPr>
            <a:spLocks noGrp="1"/>
          </p:cNvSpPr>
          <p:nvPr>
            <p:ph type="ftr" sz="quarter" idx="11"/>
          </p:nvPr>
        </p:nvSpPr>
        <p:spPr bwMode="auto">
          <a:xfrm>
            <a:off x="4134047" y="6165303"/>
            <a:ext cx="3860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" name="Номер слайда 6"/>
          <p:cNvSpPr>
            <a:spLocks noGrp="1"/>
          </p:cNvSpPr>
          <p:nvPr>
            <p:ph type="sldNum" sz="quarter" idx="12"/>
          </p:nvPr>
        </p:nvSpPr>
        <p:spPr bwMode="auto">
          <a:xfrm>
            <a:off x="8706047" y="6165303"/>
            <a:ext cx="2844798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jp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1">
            <a:lum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925158" y="116631"/>
            <a:ext cx="10341684" cy="1054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defRPr/>
            </a:pPr>
            <a:r>
              <a:rPr/>
              <a:t>Образец заголовка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32330" y="1772815"/>
            <a:ext cx="10327339" cy="43204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/>
              <a:t>Образец текста</a:t>
            </a:r>
          </a:p>
          <a:p>
            <a:pPr lvl="1">
              <a:defRPr/>
            </a:pPr>
            <a:r>
              <a:rPr/>
              <a:t>Второй уровень</a:t>
            </a:r>
          </a:p>
          <a:p>
            <a:pPr lvl="2">
              <a:defRPr/>
            </a:pPr>
            <a:r>
              <a:rPr/>
              <a:t>Третий уровень</a:t>
            </a:r>
          </a:p>
          <a:p>
            <a:pPr lvl="3">
              <a:defRPr/>
            </a:pPr>
            <a:r>
              <a:rPr/>
              <a:t>Четвертый уровень</a:t>
            </a:r>
          </a:p>
          <a:p>
            <a:pPr lvl="4">
              <a:defRPr/>
            </a:pPr>
            <a:r>
              <a:rPr/>
              <a:t>Пятый уровень</a:t>
            </a:r>
          </a:p>
        </p:txBody>
      </p:sp>
      <p:sp>
        <p:nvSpPr>
          <p:cNvPr id="8" name="Дата 4"/>
          <p:cNvSpPr>
            <a:spLocks noGrp="1"/>
          </p:cNvSpPr>
          <p:nvPr>
            <p:ph type="dt" sz="half" idx="10"/>
          </p:nvPr>
        </p:nvSpPr>
        <p:spPr bwMode="auto">
          <a:xfrm>
            <a:off x="578047" y="6165303"/>
            <a:ext cx="2844798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51E84241-D031-42DE-84E4-CC10C30232F4}" type="datetimeFigureOut">
              <a:rPr/>
              <a:t></a:t>
            </a:fld>
            <a:endParaRPr/>
          </a:p>
        </p:txBody>
      </p:sp>
      <p:sp>
        <p:nvSpPr>
          <p:cNvPr id="9" name="Нижний колонтитул 5"/>
          <p:cNvSpPr>
            <a:spLocks noGrp="1"/>
          </p:cNvSpPr>
          <p:nvPr>
            <p:ph type="ftr" sz="quarter" idx="11"/>
          </p:nvPr>
        </p:nvSpPr>
        <p:spPr bwMode="auto">
          <a:xfrm>
            <a:off x="4134047" y="6165303"/>
            <a:ext cx="386079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" name="Номер слайда 6"/>
          <p:cNvSpPr>
            <a:spLocks noGrp="1"/>
          </p:cNvSpPr>
          <p:nvPr>
            <p:ph type="sldNum" sz="quarter" idx="12"/>
          </p:nvPr>
        </p:nvSpPr>
        <p:spPr bwMode="auto">
          <a:xfrm>
            <a:off x="8706047" y="6165303"/>
            <a:ext cx="2844798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603636"/>
                </a:solidFill>
              </a:defRPr>
            </a:lvl1pPr>
          </a:lstStyle>
          <a:p>
            <a:pPr>
              <a:defRPr/>
            </a:pPr>
            <a:fld id="{6B5AA3AA-5EA9-4976-BF6C-9891F6110747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ctr" defTabSz="914400">
        <a:spcBef>
          <a:spcPts val="0"/>
        </a:spcBef>
        <a:buNone/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>
        <a:defRPr>
          <a:solidFill>
            <a:schemeClr val="tx2"/>
          </a:solidFill>
        </a:defRPr>
      </a:lvl2pPr>
      <a:lvl3pPr>
        <a:defRPr>
          <a:solidFill>
            <a:schemeClr val="tx2"/>
          </a:solidFill>
        </a:defRPr>
      </a:lvl3pPr>
      <a:lvl4pPr>
        <a:defRPr>
          <a:solidFill>
            <a:schemeClr val="tx2"/>
          </a:solidFill>
        </a:defRPr>
      </a:lvl4pPr>
      <a:lvl5pPr>
        <a:defRPr>
          <a:solidFill>
            <a:schemeClr val="tx2"/>
          </a:solidFill>
        </a:defRPr>
      </a:lvl5pPr>
      <a:lvl6pPr>
        <a:defRPr>
          <a:solidFill>
            <a:schemeClr val="tx2"/>
          </a:solidFill>
        </a:defRPr>
      </a:lvl6pPr>
      <a:lvl7pPr>
        <a:defRPr>
          <a:solidFill>
            <a:schemeClr val="tx2"/>
          </a:solidFill>
        </a:defRPr>
      </a:lvl7pPr>
      <a:lvl8pPr>
        <a:defRPr>
          <a:solidFill>
            <a:schemeClr val="tx2"/>
          </a:solidFill>
        </a:defRPr>
      </a:lvl8pPr>
      <a:lvl9pPr>
        <a:defRPr>
          <a:solidFill>
            <a:schemeClr val="tx2"/>
          </a:solidFill>
        </a:defRPr>
      </a:lvl9pPr>
    </p:titleStyle>
    <p:bodyStyle>
      <a:lvl1pPr marL="342900" indent="-342900" algn="l" defTabSz="914400">
        <a:spcBef>
          <a:spcPts val="0"/>
        </a:spcBef>
        <a:buClrTx/>
        <a:buFont typeface="Arial"/>
        <a:buChar char="•"/>
        <a:defRPr sz="2400">
          <a:solidFill>
            <a:schemeClr val="tx2">
              <a:lumMod val="75000"/>
            </a:schemeClr>
          </a:solidFill>
          <a:latin typeface="+mn-lt"/>
          <a:ea typeface="+mn-ea"/>
          <a:cs typeface="+mn-cs"/>
        </a:defRPr>
      </a:lvl1pPr>
      <a:lvl2pPr marL="754379" indent="-342900" algn="l" defTabSz="914400">
        <a:spcBef>
          <a:spcPts val="0"/>
        </a:spcBef>
        <a:buClrTx/>
        <a:buFont typeface="Times New Roman"/>
        <a:buChar char="–"/>
        <a:defRPr sz="2200">
          <a:solidFill>
            <a:schemeClr val="tx2">
              <a:lumMod val="75000"/>
            </a:schemeClr>
          </a:solidFill>
          <a:latin typeface="+mn-lt"/>
          <a:ea typeface="+mn-ea"/>
          <a:cs typeface="+mn-cs"/>
        </a:defRPr>
      </a:lvl2pPr>
      <a:lvl3pPr marL="1120140" indent="-342900" algn="l" defTabSz="914400">
        <a:spcBef>
          <a:spcPts val="0"/>
        </a:spcBef>
        <a:buClrTx/>
        <a:buFont typeface="Arial"/>
        <a:buChar char="•"/>
        <a:defRPr sz="2000">
          <a:solidFill>
            <a:schemeClr val="tx2">
              <a:lumMod val="75000"/>
            </a:schemeClr>
          </a:solidFill>
          <a:latin typeface="+mn-lt"/>
          <a:ea typeface="+mn-ea"/>
          <a:cs typeface="+mn-cs"/>
        </a:defRPr>
      </a:lvl3pPr>
      <a:lvl4pPr marL="1474470" indent="-285750" algn="l" defTabSz="914400">
        <a:spcBef>
          <a:spcPts val="0"/>
        </a:spcBef>
        <a:buClrTx/>
        <a:buFont typeface="Times New Roman"/>
        <a:buChar char="–"/>
        <a:defRPr sz="1800">
          <a:solidFill>
            <a:schemeClr val="tx2">
              <a:lumMod val="75000"/>
            </a:schemeClr>
          </a:solidFill>
          <a:latin typeface="+mn-lt"/>
          <a:ea typeface="+mn-ea"/>
          <a:cs typeface="+mn-cs"/>
        </a:defRPr>
      </a:lvl4pPr>
      <a:lvl5pPr marL="1794509" indent="-285750" algn="l" defTabSz="914400">
        <a:spcBef>
          <a:spcPts val="0"/>
        </a:spcBef>
        <a:buClrTx/>
        <a:buFont typeface="Times New Roman"/>
        <a:buChar char="»"/>
        <a:defRPr sz="1600">
          <a:solidFill>
            <a:schemeClr val="tx2">
              <a:lumMod val="75000"/>
            </a:schemeClr>
          </a:solidFill>
          <a:latin typeface="+mn-lt"/>
          <a:ea typeface="+mn-ea"/>
          <a:cs typeface="+mn-cs"/>
        </a:defRPr>
      </a:lvl5pPr>
      <a:lvl6pPr marL="2148840" indent="-274320" algn="l" defTabSz="914400">
        <a:spcBef>
          <a:spcPts val="398"/>
        </a:spcBef>
        <a:buClr>
          <a:schemeClr val="accent1"/>
        </a:buClr>
        <a:buFont typeface="Wingdings"/>
        <a:buChar char=""/>
        <a:defRPr sz="1400">
          <a:solidFill>
            <a:schemeClr val="tx1"/>
          </a:solidFill>
          <a:latin typeface="+mn-lt"/>
          <a:ea typeface="+mn-ea"/>
          <a:cs typeface="+mn-cs"/>
        </a:defRPr>
      </a:lvl6pPr>
      <a:lvl7pPr marL="2468880" indent="-274320" algn="l" defTabSz="914400">
        <a:spcBef>
          <a:spcPts val="398"/>
        </a:spcBef>
        <a:buClr>
          <a:schemeClr val="accent1"/>
        </a:buClr>
        <a:buFont typeface="Wingdings"/>
        <a:buChar char=""/>
        <a:defRPr sz="1400">
          <a:solidFill>
            <a:schemeClr val="tx1"/>
          </a:solidFill>
          <a:latin typeface="+mn-lt"/>
          <a:ea typeface="+mn-ea"/>
          <a:cs typeface="+mn-cs"/>
        </a:defRPr>
      </a:lvl7pPr>
      <a:lvl8pPr marL="2788920" indent="-274320" algn="l" defTabSz="914400">
        <a:spcBef>
          <a:spcPts val="398"/>
        </a:spcBef>
        <a:buClr>
          <a:schemeClr val="accent1"/>
        </a:buClr>
        <a:buFont typeface="Wingdings"/>
        <a:buChar char=""/>
        <a:defRPr sz="14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74320" algn="l" defTabSz="914400">
        <a:spcBef>
          <a:spcPts val="398"/>
        </a:spcBef>
        <a:buClr>
          <a:schemeClr val="accent1"/>
        </a:buClr>
        <a:buFont typeface="Wingdings"/>
        <a:buChar char=""/>
        <a:defRPr sz="14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0764656" name="PlaceHolder 1"/>
          <p:cNvSpPr>
            <a:spLocks noGrp="1"/>
          </p:cNvSpPr>
          <p:nvPr/>
        </p:nvSpPr>
        <p:spPr bwMode="auto">
          <a:xfrm>
            <a:off x="1704852" y="1579672"/>
            <a:ext cx="9256113" cy="3162501"/>
          </a:xfrm>
          <a:prstGeom prst="rect">
            <a:avLst/>
          </a:prstGeom>
          <a:noFill/>
          <a:ln w="0">
            <a:noFill/>
          </a:ln>
        </p:spPr>
        <p:txBody>
          <a:bodyPr vertOverflow="overflow" horzOverflow="overflow" vert="horz" wrap="square" lIns="36000" tIns="36000" rIns="36000" bIns="36000" numCol="1" spcCol="0" rtlCol="0" fromWordArt="0" anchor="ctr" anchorCtr="0" forceAA="0" compatLnSpc="0">
            <a:noAutofit/>
          </a:bodyPr>
          <a:lstStyle>
            <a:lvl1pPr algn="ctr" defTabSz="914400">
              <a:spcBef>
                <a:spcPts val="0"/>
              </a:spcBef>
              <a:buNone/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indent="0" algn="ctr">
              <a:buNone/>
              <a:defRPr/>
            </a:pPr>
            <a:r>
              <a:rPr sz="3600" b="0" strike="noStrike" spc="0">
                <a:solidFill>
                  <a:srgbClr val="000000"/>
                </a:solidFill>
                <a:latin typeface="Liberation Sans"/>
                <a:cs typeface="Liberation Sans"/>
              </a:rPr>
              <a:t>21 вопрос</a:t>
            </a:r>
            <a:br>
              <a:rPr sz="3600" b="0" strike="noStrike" spc="0">
                <a:solidFill>
                  <a:srgbClr val="000000"/>
                </a:solidFill>
                <a:latin typeface="Liberation Sans"/>
                <a:cs typeface="Liberation Sans"/>
              </a:rPr>
            </a:br>
            <a:r>
              <a:rPr sz="3600" b="0" strike="noStrike" spc="0">
                <a:solidFill>
                  <a:srgbClr val="000000"/>
                </a:solidFill>
                <a:latin typeface="Liberation Sans"/>
                <a:cs typeface="Liberation Sans"/>
              </a:rPr>
              <a:t>Гидролиз солей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19410679" name="Рисунок 819410678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2128349" y="261571"/>
            <a:ext cx="7935300" cy="59514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00665905" name="Рисунок 1000665904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2095499" y="766031"/>
            <a:ext cx="7601924" cy="570144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12087510" name="Рисунок 1212087509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06863913" name="Рисунок 306863912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762124" y="447674"/>
            <a:ext cx="7905749" cy="1752599"/>
          </a:xfrm>
          <a:prstGeom prst="rect">
            <a:avLst/>
          </a:prstGeom>
        </p:spPr>
      </p:pic>
      <p:pic>
        <p:nvPicPr>
          <p:cNvPr id="471355617" name="Рисунок 471355616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581149" y="2700336"/>
            <a:ext cx="8877299" cy="35718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51988490" name="Рисунок 851988489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571500" y="1447799"/>
            <a:ext cx="10769174" cy="26479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8116196" name="TextBox 1638116195"/>
          <p:cNvSpPr txBox="1"/>
          <p:nvPr/>
        </p:nvSpPr>
        <p:spPr bwMode="auto">
          <a:xfrm>
            <a:off x="2267924" y="1276349"/>
            <a:ext cx="8878019" cy="4880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sz="2600"/>
              <a:t>Нейтральная среда - H</a:t>
            </a:r>
            <a:r>
              <a:rPr sz="2600" baseline="30000"/>
              <a:t>+</a:t>
            </a:r>
            <a:r>
              <a:rPr sz="2600"/>
              <a:t> = OH</a:t>
            </a:r>
            <a:r>
              <a:rPr sz="2600" baseline="30000"/>
              <a:t>-</a:t>
            </a:r>
            <a:r>
              <a:rPr sz="2600"/>
              <a:t>  = 10</a:t>
            </a:r>
            <a:r>
              <a:rPr sz="2600" baseline="30000"/>
              <a:t>-7  </a:t>
            </a:r>
            <a:r>
              <a:rPr sz="2600"/>
              <a:t>(</a:t>
            </a:r>
            <a:r>
              <a:rPr lang="ru-RU" sz="26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</a:t>
            </a:r>
            <a:r>
              <a:rPr lang="ru-RU" sz="2600" b="0" i="0" u="none" strike="noStrike" cap="none" spc="0" baseline="30000">
                <a:solidFill>
                  <a:schemeClr val="tx1"/>
                </a:solidFill>
                <a:latin typeface="Times New Roman"/>
                <a:ea typeface="Arial"/>
                <a:cs typeface="Arial"/>
              </a:rPr>
              <a:t>+</a:t>
            </a:r>
            <a:r>
              <a:rPr lang="ru-RU" sz="2600" b="0" i="0" u="none" strike="noStrike" cap="none" spc="0">
                <a:solidFill>
                  <a:schemeClr val="tx1"/>
                </a:solidFill>
                <a:latin typeface="Times New Roman"/>
                <a:ea typeface="Arial"/>
                <a:cs typeface="Arial"/>
              </a:rPr>
              <a:t> + OH</a:t>
            </a:r>
            <a:r>
              <a:rPr lang="ru-RU" sz="2600" b="0" i="0" u="none" strike="noStrike" cap="none" spc="0" baseline="30000">
                <a:solidFill>
                  <a:schemeClr val="tx1"/>
                </a:solidFill>
                <a:latin typeface="Times New Roman"/>
                <a:ea typeface="Arial"/>
                <a:cs typeface="Arial"/>
              </a:rPr>
              <a:t>-</a:t>
            </a:r>
            <a:r>
              <a:rPr sz="2600"/>
              <a:t> = </a:t>
            </a:r>
            <a:r>
              <a:rPr lang="ru-RU" sz="26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</a:t>
            </a:r>
            <a:r>
              <a:rPr lang="ru-RU" sz="2600" b="0" i="0" u="none" strike="noStrike" cap="none" spc="0" baseline="300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-14</a:t>
            </a:r>
            <a:r>
              <a:rPr lang="ru-RU" sz="2600" b="0" i="0" u="none" strike="noStrike" cap="none" spc="0">
                <a:solidFill>
                  <a:schemeClr val="tx1"/>
                </a:solidFill>
                <a:latin typeface="Times New Roman"/>
                <a:ea typeface="Arial"/>
                <a:cs typeface="Arial"/>
              </a:rPr>
              <a:t>)</a:t>
            </a:r>
            <a:endParaRPr sz="2600"/>
          </a:p>
        </p:txBody>
      </p:sp>
      <p:sp>
        <p:nvSpPr>
          <p:cNvPr id="467490110" name="TextBox 467490109"/>
          <p:cNvSpPr txBox="1"/>
          <p:nvPr/>
        </p:nvSpPr>
        <p:spPr bwMode="auto">
          <a:xfrm>
            <a:off x="2401274" y="2295524"/>
            <a:ext cx="7042439" cy="8842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sz="2600"/>
              <a:t>Катион слабого основания забирает </a:t>
            </a:r>
            <a:r>
              <a:rPr lang="ru-RU" sz="2600" b="0" i="0" u="none" strike="noStrike" cap="none" spc="0">
                <a:solidFill>
                  <a:schemeClr val="tx1"/>
                </a:solidFill>
                <a:latin typeface="Times New Roman"/>
                <a:ea typeface="Arial"/>
                <a:cs typeface="Arial"/>
              </a:rPr>
              <a:t>OH</a:t>
            </a:r>
            <a:r>
              <a:rPr lang="ru-RU" sz="2600" b="0" i="0" u="none" strike="noStrike" cap="none" spc="0" baseline="30000">
                <a:solidFill>
                  <a:schemeClr val="tx1"/>
                </a:solidFill>
                <a:latin typeface="Times New Roman"/>
                <a:ea typeface="Arial"/>
                <a:cs typeface="Arial"/>
              </a:rPr>
              <a:t>-</a:t>
            </a:r>
            <a:r>
              <a:rPr lang="ru-RU" sz="26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sz="2600"/>
              <a:t>  - остаются лишние </a:t>
            </a:r>
            <a:r>
              <a:rPr lang="ru-RU" sz="26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</a:t>
            </a:r>
            <a:r>
              <a:rPr lang="ru-RU" sz="2600" b="0" i="0" u="none" strike="noStrike" cap="none" spc="0" baseline="300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+</a:t>
            </a:r>
            <a:r>
              <a:rPr sz="2600"/>
              <a:t>  и среда кислая</a:t>
            </a:r>
          </a:p>
        </p:txBody>
      </p:sp>
      <p:sp>
        <p:nvSpPr>
          <p:cNvPr id="1082426216" name="TextBox 1082426215"/>
          <p:cNvSpPr txBox="1"/>
          <p:nvPr/>
        </p:nvSpPr>
        <p:spPr bwMode="auto">
          <a:xfrm>
            <a:off x="2467949" y="3429000"/>
            <a:ext cx="7051438" cy="9452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sz="2800"/>
              <a:t>Анион слабой кислоты забирает </a:t>
            </a:r>
            <a:r>
              <a:rPr lang="ru-RU" sz="2800" b="0" i="0" u="none" strike="noStrike" cap="none" spc="0">
                <a:solidFill>
                  <a:schemeClr val="tx1"/>
                </a:solidFill>
                <a:latin typeface="Times New Roman"/>
                <a:ea typeface="Arial"/>
                <a:cs typeface="Arial"/>
              </a:rPr>
              <a:t>H</a:t>
            </a:r>
            <a:r>
              <a:rPr lang="ru-RU" sz="2800" b="0" i="0" u="none" strike="noStrike" cap="none" spc="0" baseline="30000">
                <a:solidFill>
                  <a:schemeClr val="tx1"/>
                </a:solidFill>
                <a:latin typeface="Times New Roman"/>
                <a:ea typeface="Arial"/>
                <a:cs typeface="Arial"/>
              </a:rPr>
              <a:t>+</a:t>
            </a:r>
            <a:r>
              <a:rPr lang="ru-RU" sz="2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sz="2800"/>
              <a:t>  - остаются лишние </a:t>
            </a:r>
            <a:r>
              <a:rPr lang="ru-RU" sz="2800" b="0" i="0" u="none" strike="noStrike" cap="none" spc="0">
                <a:solidFill>
                  <a:schemeClr val="tx1"/>
                </a:solidFill>
                <a:latin typeface="Times New Roman"/>
                <a:ea typeface="Arial"/>
                <a:cs typeface="Arial"/>
              </a:rPr>
              <a:t>OH</a:t>
            </a:r>
            <a:r>
              <a:rPr lang="ru-RU" sz="2800" b="0" i="0" u="none" strike="noStrike" cap="none" spc="0" baseline="30000">
                <a:solidFill>
                  <a:schemeClr val="tx1"/>
                </a:solidFill>
                <a:latin typeface="Times New Roman"/>
                <a:ea typeface="Arial"/>
                <a:cs typeface="Arial"/>
              </a:rPr>
              <a:t>-</a:t>
            </a:r>
            <a:r>
              <a:rPr sz="2800"/>
              <a:t>  и среда щелочная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371169" name="Рисунок 8371168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239224" y="781049"/>
            <a:ext cx="9083965" cy="569694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03373095" name="Рисунок 1303373094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323848" y="352425"/>
            <a:ext cx="9115425" cy="6153149"/>
          </a:xfrm>
          <a:prstGeom prst="rect">
            <a:avLst/>
          </a:prstGeom>
        </p:spPr>
      </p:pic>
      <p:sp>
        <p:nvSpPr>
          <p:cNvPr id="1455690479" name="TextBox 1455690478"/>
          <p:cNvSpPr txBox="1"/>
          <p:nvPr/>
        </p:nvSpPr>
        <p:spPr bwMode="auto">
          <a:xfrm>
            <a:off x="9764100" y="1514474"/>
            <a:ext cx="1573649" cy="17377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/>
              <a:t>Но не все совпадает - например - H2S - слабая, NH4OH - слабое</a:t>
            </a:r>
          </a:p>
        </p:txBody>
      </p:sp>
      <p:sp>
        <p:nvSpPr>
          <p:cNvPr id="2084920788" name="TextBox 2084920787"/>
          <p:cNvSpPr txBox="1"/>
          <p:nvPr/>
        </p:nvSpPr>
        <p:spPr bwMode="auto">
          <a:xfrm>
            <a:off x="9849825" y="3352799"/>
            <a:ext cx="1125029" cy="6404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/>
              <a:t>Ca(OH)2 - сильное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5460323" name="Рисунок 905460322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223837" y="361949"/>
            <a:ext cx="8867774" cy="5886449"/>
          </a:xfrm>
          <a:prstGeom prst="rect">
            <a:avLst/>
          </a:prstGeom>
        </p:spPr>
      </p:pic>
      <p:pic>
        <p:nvPicPr>
          <p:cNvPr id="379642374" name="Рисунок 37964237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8963024" y="666749"/>
            <a:ext cx="3133724" cy="45624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13788531" name="Рисунок 613788530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371599" y="885825"/>
            <a:ext cx="9029700" cy="46767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94578239" name="Рисунок 894578238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419197" y="0"/>
            <a:ext cx="9353604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9097636" name="Рисунок 219097635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419197" y="0"/>
            <a:ext cx="9353604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98973928" name="Рисунок 798973927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766546" y="0"/>
            <a:ext cx="8658906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07463169" name="Рисунок 2007463168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419197" y="0"/>
            <a:ext cx="9353604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0575042" name="Рисунок 100575041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2146395" y="905326"/>
            <a:ext cx="8589253" cy="54664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49101223" name="Рисунок 2049101222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919287" y="804081"/>
            <a:ext cx="8597287" cy="58784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31905461" name="Рисунок 1231905460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008407" y="0"/>
            <a:ext cx="10175184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14179638" name="Рисунок 1914179637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2099063" y="770294"/>
            <a:ext cx="7893635" cy="59125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65482953" name="Рисунок 565482952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2162174" y="2360481"/>
            <a:ext cx="6154124" cy="1068518"/>
          </a:xfrm>
          <a:prstGeom prst="rect">
            <a:avLst/>
          </a:prstGeom>
        </p:spPr>
      </p:pic>
      <p:pic>
        <p:nvPicPr>
          <p:cNvPr id="1292969420" name="Рисунок 1292969419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866774" y="557212"/>
            <a:ext cx="7715250" cy="11144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33746371" name="Рисунок 1433746370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200150" y="1047749"/>
            <a:ext cx="9344024" cy="34956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4124905" name="Рисунок 104124904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104899" y="1314450"/>
            <a:ext cx="9334499" cy="3371850"/>
          </a:xfrm>
          <a:prstGeom prst="rect">
            <a:avLst/>
          </a:prstGeom>
        </p:spPr>
      </p:pic>
      <p:sp>
        <p:nvSpPr>
          <p:cNvPr id="734888917" name="TextBox 734888916"/>
          <p:cNvSpPr txBox="1"/>
          <p:nvPr/>
        </p:nvSpPr>
        <p:spPr bwMode="auto">
          <a:xfrm>
            <a:off x="1553549" y="5324474"/>
            <a:ext cx="7903289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/>
              <a:t>И поэтому в ЕГЭ в уравнении рассматриваем только первую ступень!!!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g"/></Relationships>
</file>

<file path=ppt/theme/theme1.xml><?xml version="1.0" encoding="utf-8"?>
<a:theme xmlns:a="http://schemas.openxmlformats.org/drawingml/2006/main" name="Lines">
  <a:themeElements>
    <a:clrScheme name="Lines">
      <a:dk1>
        <a:sysClr val="windowText" lastClr="000000"/>
      </a:dk1>
      <a:lt1>
        <a:srgbClr val="D4735E"/>
      </a:lt1>
      <a:dk2>
        <a:srgbClr val="895D1D"/>
      </a:dk2>
      <a:lt2>
        <a:srgbClr val="ECE9C6"/>
      </a:lt2>
      <a:accent1>
        <a:srgbClr val="873624"/>
      </a:accent1>
      <a:accent2>
        <a:srgbClr val="D6862D"/>
      </a:accent2>
      <a:accent3>
        <a:srgbClr val="D0BE40"/>
      </a:accent3>
      <a:accent4>
        <a:srgbClr val="877F6C"/>
      </a:accent4>
      <a:accent5>
        <a:srgbClr val="972109"/>
      </a:accent5>
      <a:accent6>
        <a:srgbClr val="AEB795"/>
      </a:accent6>
      <a:hlink>
        <a:srgbClr val="CC3300"/>
      </a:hlink>
      <a:folHlink>
        <a:srgbClr val="B2B2B2"/>
      </a:folHlink>
    </a:clrScheme>
    <a:fontScheme name="Times New Roman">
      <a:majorFont>
        <a:latin typeface="Times New Roman"/>
        <a:ea typeface="Arial"/>
        <a:cs typeface="Arial"/>
      </a:majorFont>
      <a:minorFont>
        <a:latin typeface="Times New Roman"/>
        <a:ea typeface="Arial"/>
        <a:cs typeface="Arial"/>
      </a:minorFont>
    </a:fontScheme>
    <a:fmtScheme name="Твердый переплет">
      <a:fillStyleLst>
        <a:solidFill>
          <a:schemeClr val="phClr"/>
        </a:solidFill>
        <a:solidFill>
          <a:schemeClr val="phClr">
            <a:tint val="68000"/>
            <a:shade val="94000"/>
            <a:satMod val="300000"/>
            <a:lumMod val="110000"/>
          </a:schemeClr>
        </a:solidFill>
        <a:gradFill>
          <a:gsLst>
            <a:gs pos="0">
              <a:schemeClr val="phClr">
                <a:tint val="94000"/>
                <a:satMod val="180000"/>
                <a:lumMod val="98000"/>
              </a:schemeClr>
            </a:gs>
            <a:gs pos="100000">
              <a:schemeClr val="phClr">
                <a:satMod val="130000"/>
              </a:schemeClr>
            </a:gs>
          </a:gsLst>
          <a:lin ang="5160000" scaled="0"/>
        </a:gradFill>
      </a:fillStyleLst>
      <a:lnStyleLst>
        <a:ln w="12700" cap="flat" cmpd="sng" algn="ctr">
          <a:solidFill>
            <a:schemeClr val="phClr">
              <a:shade val="90000"/>
              <a:lumMod val="90000"/>
            </a:schemeClr>
          </a:solidFill>
          <a:prstDash val="solid"/>
        </a:ln>
        <a:ln w="19050" cap="flat" cmpd="sng" algn="ctr">
          <a:solidFill>
            <a:schemeClr val="phClr">
              <a:shade val="75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>
            <a:tint val="96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tint val="93000"/>
                <a:shade val="20000"/>
              </a:schemeClr>
              <a:schemeClr val="phClr">
                <a:tint val="90000"/>
                <a:shade val="85000"/>
                <a:satMod val="115000"/>
              </a:schemeClr>
            </a:duotone>
          </a:blip>
          <a:tile tx="0" ty="0" sx="60000" sy="60000" flip="none" algn="tl"/>
        </a:blipFill>
        <a:blipFill>
          <a:blip xmlns:r="http://schemas.openxmlformats.org/officeDocument/2006/relationships" r:embed="rId1">
            <a:duotone>
              <a:schemeClr val="phClr">
                <a:shade val="50000"/>
                <a:satMod val="340000"/>
                <a:lumMod val="40000"/>
              </a:schemeClr>
              <a:schemeClr val="phClr">
                <a:tint val="92000"/>
                <a:shade val="94000"/>
                <a:hueMod val="110000"/>
                <a:satMod val="236000"/>
                <a:lumMod val="120000"/>
              </a:schemeClr>
            </a:duotone>
          </a:blip>
          <a:stretch/>
        </a:blipFill>
      </a:bgFillStyleLst>
    </a:fmtScheme>
  </a:themeElements>
  <a:objectDefaults>
    <a:spDef>
      <a:spPr bwMode="auto"/>
      <a:bodyPr/>
      <a:lstStyle/>
    </a:sp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73</Words>
  <Application>Microsoft Office PowerPoint</Application>
  <DocSecurity>0</DocSecurity>
  <PresentationFormat>Произвольный</PresentationFormat>
  <Paragraphs>7</Paragraphs>
  <Slides>22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3" baseType="lpstr">
      <vt:lpstr>Lines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Александра</dc:creator>
  <cp:lastModifiedBy>Александра</cp:lastModifiedBy>
  <cp:revision>9</cp:revision>
  <dcterms:created xsi:type="dcterms:W3CDTF">2023-08-25T13:22:51Z</dcterms:created>
  <dcterms:modified xsi:type="dcterms:W3CDTF">2026-02-07T20:43:17Z</dcterms:modified>
  <dc:identifier/>
  <cp:contentStatus/>
  <dc:language>ru-RU</dc:language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2</vt:i4>
  </property>
  <property fmtid="{D5CDD505-2E9C-101B-9397-08002B2CF9AE}" pid="3" name="Notes">
    <vt:i4>1</vt:i4>
  </property>
  <property fmtid="{D5CDD505-2E9C-101B-9397-08002B2CF9AE}" pid="4" name="PresentationFormat">
    <vt:lpwstr>Широкоэкранный</vt:lpwstr>
  </property>
  <property fmtid="{D5CDD505-2E9C-101B-9397-08002B2CF9AE}" pid="5" name="Slides">
    <vt:i4>1</vt:i4>
  </property>
</Properties>
</file>