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42755" name="PlaceHolder 1"/>
          <p:cNvSpPr>
            <a:spLocks noGrp="1"/>
          </p:cNvSpPr>
          <p:nvPr/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vert="horz" lIns="36000" tIns="36000" rIns="36000" bIns="36000" rtlCol="0" anchor="b">
            <a:noAutofit/>
          </a:bodyPr>
          <a:lstStyle>
            <a:lvl1pPr algn="ctr" defTabSz="914400">
              <a:spcBef>
                <a:spcPts val="0"/>
              </a:spcBef>
              <a:buNone/>
              <a:defRPr sz="4400" b="1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 indent="0" algn="ctr">
              <a:buNone/>
              <a:defRPr/>
            </a:pPr>
            <a: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5 вопрос – классификация химических соединений</a:t>
            </a:r>
            <a:endParaRPr sz="36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586671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62" y="476249"/>
            <a:ext cx="12182474" cy="5905499"/>
          </a:xfrm>
          <a:prstGeom prst="rect">
            <a:avLst/>
          </a:prstGeom>
        </p:spPr>
      </p:pic>
      <p:sp>
        <p:nvSpPr>
          <p:cNvPr id="131735559" name=""/>
          <p:cNvSpPr txBox="1"/>
          <p:nvPr/>
        </p:nvSpPr>
        <p:spPr bwMode="auto">
          <a:xfrm flipH="0" flipV="0">
            <a:off x="4706324" y="5372099"/>
            <a:ext cx="225113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>
                <a:highlight>
                  <a:srgbClr val="00FFFF"/>
                </a:highlight>
              </a:rPr>
              <a:t>Гидриды</a:t>
            </a:r>
            <a:endParaRPr sz="2200">
              <a:highlight>
                <a:srgbClr val="00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783751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724148" y="314323"/>
            <a:ext cx="7078050" cy="1290855"/>
          </a:xfrm>
          <a:prstGeom prst="rect">
            <a:avLst/>
          </a:prstGeom>
        </p:spPr>
      </p:pic>
      <p:pic>
        <p:nvPicPr>
          <p:cNvPr id="15598979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486" y="1353047"/>
            <a:ext cx="6973275" cy="2075952"/>
          </a:xfrm>
          <a:prstGeom prst="rect">
            <a:avLst/>
          </a:prstGeom>
        </p:spPr>
      </p:pic>
      <p:pic>
        <p:nvPicPr>
          <p:cNvPr id="4746130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500562" y="3133724"/>
            <a:ext cx="7635262" cy="1652074"/>
          </a:xfrm>
          <a:prstGeom prst="rect">
            <a:avLst/>
          </a:prstGeom>
        </p:spPr>
      </p:pic>
      <p:pic>
        <p:nvPicPr>
          <p:cNvPr id="117237036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79093" y="4952999"/>
            <a:ext cx="8039099" cy="1276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875183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033712" y="0"/>
            <a:ext cx="612457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705415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33499" y="257174"/>
            <a:ext cx="9524999" cy="6343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047864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2936" y="161924"/>
            <a:ext cx="10906124" cy="653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58477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19462" y="1852612"/>
            <a:ext cx="5553074" cy="3152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422968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81099" y="0"/>
            <a:ext cx="9829800" cy="6858000"/>
          </a:xfrm>
          <a:prstGeom prst="rect">
            <a:avLst/>
          </a:prstGeom>
        </p:spPr>
      </p:pic>
      <p:sp>
        <p:nvSpPr>
          <p:cNvPr id="1512317277" name=""/>
          <p:cNvSpPr txBox="1"/>
          <p:nvPr/>
        </p:nvSpPr>
        <p:spPr bwMode="auto">
          <a:xfrm flipH="0" flipV="0">
            <a:off x="9059249" y="2905124"/>
            <a:ext cx="118793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>
                <a:solidFill>
                  <a:schemeClr val="accent2"/>
                </a:solidFill>
              </a:rPr>
              <a:t>P</a:t>
            </a:r>
            <a:r>
              <a:rPr sz="2200" baseline="-25000">
                <a:solidFill>
                  <a:schemeClr val="accent2"/>
                </a:solidFill>
              </a:rPr>
              <a:t>2</a:t>
            </a:r>
            <a:r>
              <a:rPr sz="2200">
                <a:solidFill>
                  <a:schemeClr val="accent2"/>
                </a:solidFill>
              </a:rPr>
              <a:t>O</a:t>
            </a:r>
            <a:r>
              <a:rPr sz="2200" baseline="-25000">
                <a:solidFill>
                  <a:schemeClr val="accent2"/>
                </a:solidFill>
              </a:rPr>
              <a:t>3</a:t>
            </a:r>
            <a:endParaRPr sz="220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715931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862" y="2181224"/>
            <a:ext cx="12106273" cy="2495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568452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38462" y="581024"/>
            <a:ext cx="6315075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34846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729037" y="2014537"/>
            <a:ext cx="4295774" cy="2828925"/>
          </a:xfrm>
          <a:prstGeom prst="rect">
            <a:avLst/>
          </a:prstGeom>
        </p:spPr>
      </p:pic>
      <p:sp>
        <p:nvSpPr>
          <p:cNvPr id="1931592691" name=""/>
          <p:cNvSpPr txBox="1"/>
          <p:nvPr/>
        </p:nvSpPr>
        <p:spPr bwMode="auto">
          <a:xfrm flipH="0" flipV="0">
            <a:off x="4525349" y="1257299"/>
            <a:ext cx="4117514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/>
              <a:t>Комплексная соль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587133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946921" y="635793"/>
            <a:ext cx="4575571" cy="6100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14439" name=""/>
          <p:cNvSpPr txBox="1"/>
          <p:nvPr/>
        </p:nvSpPr>
        <p:spPr bwMode="auto">
          <a:xfrm flipH="0" flipV="0">
            <a:off x="3287098" y="2352674"/>
            <a:ext cx="7077794" cy="625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500">
                <a:solidFill>
                  <a:srgbClr val="0070C0"/>
                </a:solidFill>
              </a:rPr>
              <a:t>Электролиты и неэлектролиты</a:t>
            </a:r>
            <a:endParaRPr sz="35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581119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57450" y="923924"/>
            <a:ext cx="7515225" cy="5553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819562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171574" y="1581149"/>
            <a:ext cx="9325949" cy="4010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221711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76324" y="2066924"/>
            <a:ext cx="10039349" cy="3362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65272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552574" y="57149"/>
            <a:ext cx="8925899" cy="2487681"/>
          </a:xfrm>
          <a:prstGeom prst="rect">
            <a:avLst/>
          </a:prstGeom>
        </p:spPr>
      </p:pic>
      <p:pic>
        <p:nvPicPr>
          <p:cNvPr id="10192908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6843" y="2796788"/>
            <a:ext cx="9197362" cy="439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30043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24124" y="885825"/>
            <a:ext cx="6400800" cy="5086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58846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52799" y="4162424"/>
            <a:ext cx="5286375" cy="1343025"/>
          </a:xfrm>
          <a:prstGeom prst="rect">
            <a:avLst/>
          </a:prstGeom>
        </p:spPr>
      </p:pic>
      <p:pic>
        <p:nvPicPr>
          <p:cNvPr id="8118385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676397" y="1362074"/>
            <a:ext cx="7734299" cy="2162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Александра Головкина</cp:lastModifiedBy>
  <cp:revision>6</cp:revision>
  <dcterms:created xsi:type="dcterms:W3CDTF">2023-08-25T13:22:51Z</dcterms:created>
  <dcterms:modified xsi:type="dcterms:W3CDTF">2026-01-23T08:49:50Z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