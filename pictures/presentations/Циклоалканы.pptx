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</p:sldIdLst>
  <p:sldSz cx="12192000" cy="6858000"/>
  <p:notesSz cx="12192000" cy="6858000"/>
  <p:defaultTextStyle>
    <a:defPPr>
      <a:defRPr lang="ru-RU"/>
    </a:def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8"/>
          <p:cNvSpPr>
            <a:spLocks noGrp="1" noChangeArrowheads="1"/>
          </p:cNvSpPr>
          <p:nvPr userDrawn="1"/>
        </p:nvSpPr>
        <p:spPr bwMode="auto">
          <a:xfrm>
            <a:off x="8220990" y="1"/>
            <a:ext cx="3971005" cy="685746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1" name="Shape 1102"/>
          <p:cNvSpPr>
            <a:spLocks noGrp="1" noChangeArrowheads="1"/>
          </p:cNvSpPr>
          <p:nvPr userDrawn="1"/>
        </p:nvSpPr>
        <p:spPr bwMode="auto">
          <a:xfrm>
            <a:off x="8400255" y="3356809"/>
            <a:ext cx="190499" cy="14524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19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8881393" y="2597939"/>
            <a:ext cx="2974883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t>Образец подзаголовка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3395" y="2569090"/>
            <a:ext cx="7383251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11" name="Дата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 lang="ru-RU"/>
              <a:t>10.03.2026</a:t>
            </a:fld>
            <a:endParaRPr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 lang="ru-RU"/>
              <a:t>10.03.2026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3" y="4406904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3" y="2906717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 lang="ru-RU"/>
              <a:t>10.03.2026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 lang="ru-RU"/>
              <a:t>10.03.2026</a:t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15413" y="1535113"/>
            <a:ext cx="5181103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15413" y="2174874"/>
            <a:ext cx="51811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77" y="1535113"/>
            <a:ext cx="5183210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77" y="2174874"/>
            <a:ext cx="5183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 lang="ru-RU"/>
              <a:t>10.03.2026</a:t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 lang="ru-RU"/>
              <a:t>10.03.2026</a:t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 lang="ru-RU"/>
              <a:t>10.03.2026</a:t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2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 lang="ru-RU"/>
              <a:t>10.03.2026</a:t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15413" y="4800603"/>
            <a:ext cx="105611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815413" y="612778"/>
            <a:ext cx="10561173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15413" y="5367337"/>
            <a:ext cx="105611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 lang="ru-RU"/>
              <a:t>10.03.2026</a:t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 lang="ru-RU"/>
              <a:t>10.03.2026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42"/>
            <a:ext cx="2743200" cy="5835649"/>
          </a:xfrm>
        </p:spPr>
        <p:txBody>
          <a:bodyPr vert="eaVert"/>
          <a:lstStyle/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42"/>
            <a:ext cx="8026399" cy="5835649"/>
          </a:xfrm>
        </p:spPr>
        <p:txBody>
          <a:bodyPr vert="eaVert"/>
          <a:lstStyle/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 lang="ru-RU"/>
              <a:t>10.03.2026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100"/>
          <p:cNvSpPr>
            <a:spLocks noGrp="1" noChangeArrowheads="1"/>
          </p:cNvSpPr>
          <p:nvPr userDrawn="1"/>
        </p:nvSpPr>
        <p:spPr bwMode="auto">
          <a:xfrm>
            <a:off x="3669" y="270"/>
            <a:ext cx="12184661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1103"/>
          <p:cNvSpPr>
            <a:spLocks noGrp="1" noChangeArrowheads="1"/>
          </p:cNvSpPr>
          <p:nvPr userDrawn="1"/>
        </p:nvSpPr>
        <p:spPr bwMode="auto">
          <a:xfrm>
            <a:off x="183165" y="101751"/>
            <a:ext cx="7789614" cy="585789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1104"/>
          <p:cNvSpPr>
            <a:spLocks noGrp="1" noChangeArrowheads="1"/>
          </p:cNvSpPr>
          <p:nvPr userDrawn="1"/>
        </p:nvSpPr>
        <p:spPr bwMode="auto">
          <a:xfrm>
            <a:off x="244971" y="130323"/>
            <a:ext cx="7610403" cy="572343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1105"/>
          <p:cNvSpPr>
            <a:spLocks noGrp="1" noChangeArrowheads="1"/>
          </p:cNvSpPr>
          <p:nvPr userDrawn="1"/>
        </p:nvSpPr>
        <p:spPr bwMode="auto">
          <a:xfrm>
            <a:off x="306493" y="159054"/>
            <a:ext cx="7431757" cy="558883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1106"/>
          <p:cNvSpPr>
            <a:spLocks noGrp="1" noChangeArrowheads="1"/>
          </p:cNvSpPr>
          <p:nvPr userDrawn="1"/>
        </p:nvSpPr>
        <p:spPr bwMode="auto">
          <a:xfrm>
            <a:off x="368021" y="187787"/>
            <a:ext cx="7252827" cy="545437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107"/>
          <p:cNvSpPr>
            <a:spLocks noGrp="1" noChangeArrowheads="1"/>
          </p:cNvSpPr>
          <p:nvPr userDrawn="1"/>
        </p:nvSpPr>
        <p:spPr bwMode="auto">
          <a:xfrm>
            <a:off x="429541" y="216360"/>
            <a:ext cx="7074181" cy="5319929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08"/>
          <p:cNvSpPr>
            <a:spLocks noGrp="1" noChangeArrowheads="1"/>
          </p:cNvSpPr>
          <p:nvPr userDrawn="1"/>
        </p:nvSpPr>
        <p:spPr bwMode="auto">
          <a:xfrm>
            <a:off x="491347" y="245090"/>
            <a:ext cx="6894970" cy="518531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109"/>
          <p:cNvSpPr>
            <a:spLocks noGrp="1" noChangeArrowheads="1"/>
          </p:cNvSpPr>
          <p:nvPr userDrawn="1"/>
        </p:nvSpPr>
        <p:spPr bwMode="auto">
          <a:xfrm>
            <a:off x="552877" y="273821"/>
            <a:ext cx="6716041" cy="505071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110"/>
          <p:cNvSpPr>
            <a:spLocks noGrp="1" noChangeArrowheads="1"/>
          </p:cNvSpPr>
          <p:nvPr userDrawn="1"/>
        </p:nvSpPr>
        <p:spPr bwMode="auto">
          <a:xfrm>
            <a:off x="614397" y="302395"/>
            <a:ext cx="6537394" cy="491625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111"/>
          <p:cNvSpPr>
            <a:spLocks noGrp="1" noChangeArrowheads="1"/>
          </p:cNvSpPr>
          <p:nvPr userDrawn="1"/>
        </p:nvSpPr>
        <p:spPr bwMode="auto">
          <a:xfrm>
            <a:off x="676203" y="331128"/>
            <a:ext cx="6358183" cy="478165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112"/>
          <p:cNvSpPr>
            <a:spLocks noGrp="1" noChangeArrowheads="1"/>
          </p:cNvSpPr>
          <p:nvPr userDrawn="1"/>
        </p:nvSpPr>
        <p:spPr bwMode="auto">
          <a:xfrm>
            <a:off x="737731" y="359857"/>
            <a:ext cx="6179254" cy="4647039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113"/>
          <p:cNvSpPr>
            <a:spLocks noGrp="1" noChangeArrowheads="1"/>
          </p:cNvSpPr>
          <p:nvPr userDrawn="1"/>
        </p:nvSpPr>
        <p:spPr bwMode="auto">
          <a:xfrm>
            <a:off x="799253" y="388590"/>
            <a:ext cx="6000607" cy="451243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114"/>
          <p:cNvSpPr>
            <a:spLocks noGrp="1" noChangeArrowheads="1"/>
          </p:cNvSpPr>
          <p:nvPr userDrawn="1"/>
        </p:nvSpPr>
        <p:spPr bwMode="auto">
          <a:xfrm>
            <a:off x="860777" y="417163"/>
            <a:ext cx="5821679" cy="4377979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115"/>
          <p:cNvSpPr>
            <a:spLocks noGrp="1" noChangeArrowheads="1"/>
          </p:cNvSpPr>
          <p:nvPr userDrawn="1"/>
        </p:nvSpPr>
        <p:spPr bwMode="auto">
          <a:xfrm>
            <a:off x="922587" y="445894"/>
            <a:ext cx="5642750" cy="4243529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116"/>
          <p:cNvSpPr>
            <a:spLocks noGrp="1" noChangeArrowheads="1"/>
          </p:cNvSpPr>
          <p:nvPr userDrawn="1"/>
        </p:nvSpPr>
        <p:spPr bwMode="auto">
          <a:xfrm>
            <a:off x="984107" y="474624"/>
            <a:ext cx="5463821" cy="410891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1117"/>
          <p:cNvSpPr>
            <a:spLocks noGrp="1" noChangeArrowheads="1"/>
          </p:cNvSpPr>
          <p:nvPr userDrawn="1"/>
        </p:nvSpPr>
        <p:spPr bwMode="auto">
          <a:xfrm>
            <a:off x="1045632" y="503197"/>
            <a:ext cx="5284893" cy="3974469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1118"/>
          <p:cNvSpPr>
            <a:spLocks noGrp="1" noChangeArrowheads="1"/>
          </p:cNvSpPr>
          <p:nvPr userDrawn="1"/>
        </p:nvSpPr>
        <p:spPr bwMode="auto">
          <a:xfrm>
            <a:off x="1107443" y="531930"/>
            <a:ext cx="5105963" cy="3839859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1119"/>
          <p:cNvSpPr>
            <a:spLocks noGrp="1" noChangeArrowheads="1"/>
          </p:cNvSpPr>
          <p:nvPr userDrawn="1"/>
        </p:nvSpPr>
        <p:spPr bwMode="auto">
          <a:xfrm>
            <a:off x="1168963" y="560659"/>
            <a:ext cx="4927034" cy="370525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1120"/>
          <p:cNvSpPr>
            <a:spLocks noGrp="1" noChangeArrowheads="1"/>
          </p:cNvSpPr>
          <p:nvPr userDrawn="1"/>
        </p:nvSpPr>
        <p:spPr bwMode="auto">
          <a:xfrm>
            <a:off x="2023254" y="5083093"/>
            <a:ext cx="1181945" cy="888929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1121"/>
          <p:cNvSpPr>
            <a:spLocks noGrp="1" noChangeArrowheads="1"/>
          </p:cNvSpPr>
          <p:nvPr userDrawn="1"/>
        </p:nvSpPr>
        <p:spPr bwMode="auto">
          <a:xfrm>
            <a:off x="2851007" y="4515765"/>
            <a:ext cx="1869157" cy="140562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1124"/>
          <p:cNvSpPr>
            <a:spLocks noGrp="1" noChangeArrowheads="1"/>
          </p:cNvSpPr>
          <p:nvPr userDrawn="1"/>
        </p:nvSpPr>
        <p:spPr bwMode="auto">
          <a:xfrm>
            <a:off x="3037839" y="4457826"/>
            <a:ext cx="835941" cy="62875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1125"/>
          <p:cNvSpPr>
            <a:spLocks noGrp="1" noChangeArrowheads="1"/>
          </p:cNvSpPr>
          <p:nvPr userDrawn="1"/>
        </p:nvSpPr>
        <p:spPr bwMode="auto">
          <a:xfrm>
            <a:off x="1015999" y="4613071"/>
            <a:ext cx="685800" cy="51557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3" name="Shape 1138"/>
          <p:cNvSpPr>
            <a:spLocks noGrp="1" noChangeArrowheads="1"/>
          </p:cNvSpPr>
          <p:nvPr userDrawn="1"/>
        </p:nvSpPr>
        <p:spPr bwMode="auto">
          <a:xfrm>
            <a:off x="2311403" y="4372901"/>
            <a:ext cx="796430" cy="59891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4" name="Shape 1139"/>
          <p:cNvSpPr>
            <a:spLocks noGrp="1" noChangeArrowheads="1"/>
          </p:cNvSpPr>
          <p:nvPr userDrawn="1"/>
        </p:nvSpPr>
        <p:spPr bwMode="auto">
          <a:xfrm>
            <a:off x="1648462" y="4729109"/>
            <a:ext cx="755507" cy="568121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5" name="Shape 1140"/>
          <p:cNvSpPr>
            <a:spLocks noGrp="1" noChangeArrowheads="1"/>
          </p:cNvSpPr>
          <p:nvPr userDrawn="1"/>
        </p:nvSpPr>
        <p:spPr bwMode="auto">
          <a:xfrm>
            <a:off x="1506501" y="5387076"/>
            <a:ext cx="753250" cy="566374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6" name="Shape 1141"/>
          <p:cNvSpPr>
            <a:spLocks noGrp="1" noChangeArrowheads="1"/>
          </p:cNvSpPr>
          <p:nvPr userDrawn="1"/>
        </p:nvSpPr>
        <p:spPr bwMode="auto">
          <a:xfrm>
            <a:off x="2370101" y="5855034"/>
            <a:ext cx="893513" cy="67193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7" name="Shape 1142"/>
          <p:cNvSpPr>
            <a:spLocks noGrp="1" noChangeArrowheads="1"/>
          </p:cNvSpPr>
          <p:nvPr userDrawn="1"/>
        </p:nvSpPr>
        <p:spPr bwMode="auto">
          <a:xfrm>
            <a:off x="2241977" y="6244482"/>
            <a:ext cx="688339" cy="517801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8" name="Shape 1143"/>
          <p:cNvSpPr>
            <a:spLocks noGrp="1" noChangeArrowheads="1"/>
          </p:cNvSpPr>
          <p:nvPr userDrawn="1"/>
        </p:nvSpPr>
        <p:spPr bwMode="auto">
          <a:xfrm>
            <a:off x="3596920" y="5964721"/>
            <a:ext cx="726439" cy="54621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9" name="Shape 1144"/>
          <p:cNvSpPr>
            <a:spLocks noGrp="1" noChangeArrowheads="1"/>
          </p:cNvSpPr>
          <p:nvPr userDrawn="1"/>
        </p:nvSpPr>
        <p:spPr bwMode="auto">
          <a:xfrm>
            <a:off x="3037843" y="5578669"/>
            <a:ext cx="977899" cy="735271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2" name="Shape 1147"/>
          <p:cNvSpPr>
            <a:spLocks noGrp="1" noChangeArrowheads="1"/>
          </p:cNvSpPr>
          <p:nvPr userDrawn="1"/>
        </p:nvSpPr>
        <p:spPr bwMode="auto">
          <a:xfrm>
            <a:off x="2609712" y="36827"/>
            <a:ext cx="752403" cy="56589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3" name="Shape 1148"/>
          <p:cNvSpPr>
            <a:spLocks noGrp="1" noChangeArrowheads="1"/>
          </p:cNvSpPr>
          <p:nvPr userDrawn="1"/>
        </p:nvSpPr>
        <p:spPr bwMode="auto">
          <a:xfrm>
            <a:off x="2272174" y="35715"/>
            <a:ext cx="748734" cy="563041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799253" y="1600203"/>
            <a:ext cx="10577333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15413" y="6356353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 lang="ru-RU"/>
              <a:t>10.03.2026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3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87829" y="274638"/>
            <a:ext cx="105887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592277" y="6356353"/>
            <a:ext cx="278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775444" name="PlaceHolder 1"/>
          <p:cNvSpPr>
            <a:spLocks noGrp="1"/>
          </p:cNvSpPr>
          <p:nvPr/>
        </p:nvSpPr>
        <p:spPr bwMode="auto">
          <a:xfrm>
            <a:off x="1704852" y="1446327"/>
            <a:ext cx="9256115" cy="3162501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36000" tIns="36000" rIns="36000" bIns="36000" numCol="1" spcCol="0" rtlCol="0" fromWordArt="0" anchor="ctr" anchorCtr="0" forceAA="0" compatLnSpc="0">
            <a:noAutofit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indent="0" algn="ctr">
              <a:buNone/>
              <a:defRPr/>
            </a:pPr>
            <a:r>
              <a:rPr sz="36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Циклоалканы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9985981" name="Рисунок 168998598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583836" y="898176"/>
            <a:ext cx="9024324" cy="55692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0937573" name="Рисунок 34093757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814891"/>
            <a:ext cx="12191999" cy="5228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9266613" name="Рисунок 141926661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47522" y="788466"/>
            <a:ext cx="8135727" cy="57763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3678894" name="Рисунок 131367889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476249"/>
            <a:ext cx="12191999" cy="59054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6645308" name="Рисунок 188664530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29740" y="591104"/>
            <a:ext cx="7896333" cy="5790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0272303" name="Рисунок 189027230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2412" y="2587452"/>
            <a:ext cx="11621962" cy="3893357"/>
          </a:xfrm>
          <a:prstGeom prst="rect">
            <a:avLst/>
          </a:prstGeom>
        </p:spPr>
      </p:pic>
      <p:pic>
        <p:nvPicPr>
          <p:cNvPr id="153310712" name="Рисунок 15331071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52487" y="1219199"/>
            <a:ext cx="10487024" cy="9334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3293239" name="Рисунок 127329323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06764" y="691242"/>
            <a:ext cx="9005085" cy="60334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5980171" name="Рисунок 170598017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865094"/>
            <a:ext cx="12191999" cy="51278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Классическая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</Words>
  <Application>Microsoft Office PowerPoint</Application>
  <DocSecurity>0</DocSecurity>
  <PresentationFormat>Широкоэкранный</PresentationFormat>
  <Paragraphs>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Liberation Sans</vt:lpstr>
      <vt:lpstr>Official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>Производство - группа Разработки+</cp:lastModifiedBy>
  <cp:revision>12</cp:revision>
  <dcterms:created xsi:type="dcterms:W3CDTF">2023-08-25T13:22:51Z</dcterms:created>
  <dcterms:modified xsi:type="dcterms:W3CDTF">2026-03-10T12:41:42Z</dcterms:modified>
  <cp:category/>
  <dc:identifier/>
  <cp:contentStatus/>
  <dc:language>ru-RU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